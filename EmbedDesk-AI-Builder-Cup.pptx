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  EmbedDesk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  Shuijing (Water Mirror)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  Small and mid-sized businesses and device vendors cannot easily embed enterprise-grade, multi-channel AI customer support into their websites. EmbedDesk turns any site into an intelligent, ticket-generating support surface with one line of code.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11480" y="1417320"/>
            <a:ext cx="8321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4285F4"/>
                </a:solidFill>
                <a:latin typeface="Arial"/>
              </a:rPr>
              <a:t>EmbedDesk — an embeddable AI customer-service agent built on Google Cloud.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02124"/>
                </a:solidFill>
                <a:latin typeface="Arial"/>
              </a:rPr>
              <a:t>A single &lt;script&gt; tag drops a conversational support widget into any website. The agent answers from a Retrieval-Augmented Generation (RAG) knowledge base, uses tools to look up orders and customers and to file support tickets, and escalates to a human agent through a deterministic HANDOFF token.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02124"/>
                </a:solidFill>
                <a:latin typeface="Arial"/>
              </a:rPr>
              <a:t>One shared LLM core serves every channel — web, embedded iframe, email (IMAP+SMTP) and instant messaging — so a business gets a consistent, 24/7 support presence without building any infrastructure of its own.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02124"/>
                </a:solidFill>
                <a:latin typeface="Arial"/>
              </a:rPr>
              <a:t>Everything runs serverlessly on Cloud Run; the knowledge base and all support data live in Firestore (Firebase); conversations are powered by Gemini.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11480" y="2240280"/>
            <a:ext cx="8321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How different?  Developer-first and multi-channel: a real tool-use agent (search knowledge, query order, get customer, create ticket) with a deterministic human-escalation path — deployable as code, not a walled-garden chatbot builder.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How it solves the problem:  one embed snippet replaces a whole help-desk stack — RAG answers, order/customer lookups, auto-created tickets with sentiment tagging and SLA, and sales notification, all on serverless Cloud Run.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USP:  "One line of code, expert-grade support on any site." Deterministic guardrails (knowledge-gap detection, escalation workflow, auto priority/SLA) make it safe for real customer-facing use — not just a demo.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11480" y="1417320"/>
            <a:ext cx="8321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1.  One-line embeddable chat widget (Shadow DOM, themeable, works on any site)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2.  RAG knowledge base — synonym / colloquial query expansion + optional semantic re-ranking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3.  Tool-using agent:  search_knowledge · query_order · get_customer · create_ticket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4.  Multi-channel:  web · embed · email (IMAP+SMTP) · IM — one shared agent core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5.  Deterministic human handoff (HANDOFF_TOKEN) + agent-created tickets with dedup guard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6.  Sentiment detection + smart escalation (automatic priority and SLA)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7.  Agent Copilot — real-time reply suggestions for human agents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8.  CSAT surveys, insights dashboard (BigQuery) and full LLM call observability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96" name="Picture 95" descr="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3999" y="1417320"/>
            <a:ext cx="6096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Picture 103" descr="wirefra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3999" y="1417320"/>
            <a:ext cx="6096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2" name="Picture 111" descr="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3999" y="1417320"/>
            <a:ext cx="6096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411480" y="1417320"/>
            <a:ext cx="8321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 b="1">
                <a:solidFill>
                  <a:srgbClr val="4285F4"/>
                </a:solidFill>
                <a:latin typeface="Arial"/>
              </a:rPr>
              <a:t>Technologies actually used in the submitted solution:</a:t>
            </a:r>
          </a:p>
          <a:p>
            <a:pPr>
              <a:spcBef>
                <a:spcPts val="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Google Cloud Run — serverless hosting for the web frontend + API backend — the deployed prototype runs here.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Google Gemini — the large language model powering the agent: tool-use loop, RAG answering, summarization.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Firestore (Firebase) — serverless NoSQL datastore for the knowledge base, sessions, tickets and RAG vectors — the durable data layer of Firebase.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Firebase — the app data platform wrapping Firestore; Firebase Auth / Hosting are the planned next-step integrations.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Vertex AI Search — semantic retrieval (RAG) over the knowledge base with re-ranking.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BigQuery — analytics and insights over ticket and conversation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11480" y="1417320"/>
            <a:ext cx="8321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4285F4"/>
                </a:solidFill>
                <a:latin typeface="Arial"/>
              </a:rPr>
              <a:t>Estimated implementation cost:  ~$0 per month at demo scale.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Cloud Run free tier (180,000 vCPU-seconds / month) covers the prototype; scale-to-zero when idle.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Gemini API free tier / pay-per-token; Firestore and BigQuery stay within their free allowances.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No minimum spend. Deleting the Cloud Run service after evaluation stops all cost immediately.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snapsho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3999" y="1417320"/>
            <a:ext cx="6096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411480" y="1417320"/>
            <a:ext cx="8321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 b="1">
                <a:solidFill>
                  <a:srgbClr val="4285F4"/>
                </a:solidFill>
                <a:latin typeface="Arial"/>
              </a:rPr>
              <a:t>Load test (local, SQLite mode):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~492 requests/s sustained ingest at 100 concurrent connections — p95 latency 267 ms, 0 errors.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~360 requests/s at 400 concurrent connections — no avalanche, graceful degradation.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Bottleneck fixes applied: knowledge-base pre-computation + LRU cache (5,000 entries) + write-behind batch queue.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Observability: every LLM call logged with provider / model / latency / token usage / status (ok · degraded · error).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RAG answer hit-rate and KB cache hit-rate tracked as live metrics.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411480" y="1417320"/>
            <a:ext cx="8321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 b="1">
                <a:solidFill>
                  <a:srgbClr val="4285F4"/>
                </a:solidFill>
                <a:latin typeface="Arial"/>
              </a:rPr>
              <a:t>Current status:  production-ready codebase — 9 automated verification suites, all green.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2124"/>
                </a:solidFill>
                <a:latin typeface="Arial"/>
              </a:rPr>
              <a:t>Roadmap: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Firebase Auth for end-customer identity and Firestore multi-tenant data isolation.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Firebase Hosting + Firebase Extensions for one-click install from the Firebase console.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WebSocket token streaming for real-time responses; multilingual support.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02124"/>
                </a:solidFill>
                <a:latin typeface="Arial"/>
              </a:rPr>
              <a:t>Mobile SDK and a self-serve onboarding wizard for non-developers.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Repository:   https://github.com/Aqr325/embeddesk   (branch: hack2skill)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Minutes):   [ PASTE VIDEO URL AFTER UPLOAD ]   —  embeddesk_demo.mp4 (3 min 40 s, 1920×1080)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Link:   [ PASTE CLOUD RUN URL AFTER DEPLOY ]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